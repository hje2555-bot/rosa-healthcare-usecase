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WHY 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× SeSAC  AI 서비스 개발 프로젝트  ·  기업 협업 과제 (LG전자)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267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CLOi-class 서비스 로봇 가정 돌봄 시나리오 — 낮에는 인지중재, 밤에는 다약제(polypharmacy) 안전 모니터링.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ROSA 5-Layer × CLOi-class platform × Upstage Solar LLM × 통합돌봄법(2026.3) — 개념 탐구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950만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65세 이상 인구 (초고령사회 진입)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통계청,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324612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480만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4709160" y="4343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65세+ 관절염 유병자 (유병률 50%)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대한정형외과학회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324612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23만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8412480" y="4343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약물 부작용 응급실 방문 / 연간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질병관리청, 2024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부엌까지 5미터가 통증으로 막힌 어르신께, 약과 돌봄을 가져가는 로봇.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  ·  황지은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ROSA 5-Layer → 삼온 케어 로봇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터틀 좌표가 환자 임상 데이터 + 로봇 센서·모터로 바뀌어도 5계층 골격은 그대로.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037844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691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ROSA 원형 (TurtleSim)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 적용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10378440" cy="850392"/>
          </a:xfrm>
          <a:prstGeom prst="rect">
            <a:avLst/>
          </a:prstGeom>
          <a:solidFill>
            <a:srgbClr val="ECE2D0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2295144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103120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인식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Multi-modal Perception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터틀 좌표 · 장애물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2103120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· 마이크 · LiDAR · 터치 · 환경 · 웨어러블 6채널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953512"/>
            <a:ext cx="10378440" cy="850392"/>
          </a:xfrm>
          <a:prstGeom prst="rect">
            <a:avLst/>
          </a:prstGeom>
          <a:solidFill>
            <a:srgbClr val="FFFFFF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3145536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2953512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목표-계획 변환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Goal-to-Plan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953512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"별 그려줘" → 좌표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2953512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+ 음성 + 상태 → 인지중재/다약제/응급 분기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3803904"/>
            <a:ext cx="10378440" cy="850392"/>
          </a:xfrm>
          <a:prstGeom prst="rect">
            <a:avLst/>
          </a:prstGeom>
          <a:solidFill>
            <a:srgbClr val="ECE2D0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3995928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3803904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계획-스킬 매핑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Plan-to-Skill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803904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move/turn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3803904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· 디스플레이 · 스피커 · 알림 · 약물DB · EMR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4654296"/>
            <a:ext cx="10378440" cy="850392"/>
          </a:xfrm>
          <a:prstGeom prst="rect">
            <a:avLst/>
          </a:prstGeom>
          <a:solidFill>
            <a:srgbClr val="FFFFFF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" y="48463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08760" y="4654296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메모리·문맥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&amp; Context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4654296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도형 기억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4654296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약물 · 가족 · 선호 음악 · 인지중재 패턴 장기보존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5504688"/>
            <a:ext cx="10378440" cy="850392"/>
          </a:xfrm>
          <a:prstGeom prst="rect">
            <a:avLst/>
          </a:prstGeom>
          <a:solidFill>
            <a:srgbClr val="ECE2D0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" y="569671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08760" y="550468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자기반성 학습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Self-reflection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5504688"/>
            <a:ext cx="2606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도형 압축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5504688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효과 학습 · 알림 임계값 자동 조정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  ·  황지은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USE CASES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관절염·거동제한 어르신을 위한 3가지 시나리오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어르신께 다가간다. 부엌까지 5미터가 통증으로 막힌 일상을 다시 잇는다.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83080"/>
            <a:ext cx="338328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 (Phase 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다약제(polypharmacy)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안전 모니터링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약을 어르신께 가져간다. 복용 후 30분간 얼굴·음성·심박을 보며 어지러움·낙상 전조를 자동 감지.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5120640"/>
            <a:ext cx="2926080" cy="50292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120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관절염·다약제 어르신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부엌 5m 동선 차단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 응급실 방문 -30%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1783080"/>
            <a:ext cx="33832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1783080"/>
            <a:ext cx="338328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  (Phase 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한국무용 회상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인지중재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 못 해도 거실에서 30분. 한국무용·국악·회상 사진 기반 비약물 인지자극치료(CST).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5120640"/>
            <a:ext cx="2926080" cy="50292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5120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거동 제한 어르신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 빈도 ↓ 인지 ↑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 MMSE 6개월 +0.5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1783080"/>
            <a:ext cx="33832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783080"/>
            <a:ext cx="3383280" cy="4572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TERTIARY  (Phase 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5820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낙상 응급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가족 → 119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5820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 안 차도, 폰 못 잡아도 LiDAR 4채널 fusion으로 감지. 응급 알림에 처방약 정보 자동 첨부.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58200" y="5120640"/>
            <a:ext cx="2926080" cy="50292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5120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관절염 낙상 위험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65세+ 연 50만 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5820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 발견 지연 -90%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데모: 시나리오 A를 TurtleSim 가정 평면도에 매핑하여 시연 (2분 30초).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  ·  황지은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DIFFERENTIATION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해외는 정서 지원에 멈추고, 국내는 단순 알림에 멈췄다.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CLOi-class 서비스 로봇이 열 수 있는 가정 돌봄 카테고리.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051560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자기반성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Paro (일본)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 지원 물범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 응답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337560"/>
            <a:ext cx="10515600" cy="640080"/>
          </a:xfrm>
          <a:prstGeom prst="rect">
            <a:avLst/>
          </a:prstGeom>
          <a:solidFill>
            <a:srgbClr val="ECE2D0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ElliQ (이스라엘·미국)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동반자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337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누적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3337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안내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0" y="3337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977640"/>
            <a:ext cx="1051560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Buddy (프랑스)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동반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누적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+ 표정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617720"/>
            <a:ext cx="10515600" cy="640080"/>
          </a:xfrm>
          <a:prstGeom prst="rect">
            <a:avLst/>
          </a:prstGeom>
          <a:solidFill>
            <a:srgbClr val="ECE2D0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Robear (일본)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4617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이송 보조 (병원)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4617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단위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4617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거동 보조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0" y="4617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solidFill>
            <a:srgbClr val="6D2E46"/>
          </a:solidFill>
          <a:ln w="3175">
            <a:solidFill>
              <a:srgbClr val="A267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257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(CLOi-class 적용)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5257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+ K-콘텐츠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5257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개인화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35240" y="5257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모터·API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0" y="5257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5계층 학습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CLOi-class 서비스 로봇의 자율주행·HRI 위에 가정 돌봄 SW 계층을 얹는 개념 탐구.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  ·  황지은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SAFETY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위협을 시스템의 강점으로.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의료법 27조 + 식약처 SaMD + 개인정보보호법 + 통합돌봄법 — 설계 단계부터 내장.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530352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하지 않는다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의료법 27조 차단 항목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2880360"/>
            <a:ext cx="73152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진단명 직접 발화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3657600"/>
            <a:ext cx="73152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약품명 · 용량 권고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4434840"/>
            <a:ext cx="73152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 · 치료 행위 권유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5212080"/>
            <a:ext cx="73152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판단의 자동 자기 수정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074920" cy="4297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한다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40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행동 영역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283464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호소 → 우선순위 분류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· 의료진 · 119 연결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438912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K-콘텐츠 인지중재 · CBT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516636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8660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활력 모니터링 · 보호자 보고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6263640"/>
            <a:ext cx="10515600" cy="29260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62636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AI Health 6원칙 + EU AI Act + 식약처 SaMD Class 2 + 통합돌봄법 준수 설계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삼온 케어 로봇  ·  황지은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6095" cy="13716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1371600"/>
            <a:ext cx="1676095" cy="64008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2A1A22"/>
          </a:solidFill>
          <a:ln w="12700">
            <a:solidFill>
              <a:srgbClr val="2A1A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777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to Bedside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3-Phase 상용화 로드맵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3383280" cy="3566160"/>
          </a:xfrm>
          <a:prstGeom prst="rect">
            <a:avLst/>
          </a:prstGeom>
          <a:solidFill>
            <a:srgbClr val="ECE2D0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56032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Q3 · 3개월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인지중재 출시 + 확장 협업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840480"/>
            <a:ext cx="27432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406908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인지중재 모듈 단독 출시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88720" y="457200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480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CLOi-class platform + Upstage Solar 통합 PoC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507492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4983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다약제·응급 모듈 확장 협업 시작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2286000"/>
            <a:ext cx="3383280" cy="3566160"/>
          </a:xfrm>
          <a:prstGeom prst="rect">
            <a:avLst/>
          </a:prstGeom>
          <a:solidFill>
            <a:srgbClr val="ECE2D0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56032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2356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Q4 ~ 2027 Q2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CLOi-class Home Care 베타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846320" y="3840480"/>
            <a:ext cx="27432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406908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파트너 사내 검증 + 50가구 파일럿 (가설)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457200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480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SaMD Class 2 인증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507492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983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응급실 부작용 -30% PoC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2286000"/>
            <a:ext cx="3383280" cy="3566160"/>
          </a:xfrm>
          <a:prstGeom prst="rect">
            <a:avLst/>
          </a:prstGeom>
          <a:solidFill>
            <a:srgbClr val="ECE2D0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9640" y="256032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32688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2E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Q3 +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496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+ 글로벌 출시 (가설)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549640" y="3840480"/>
            <a:ext cx="274320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406908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2396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요양원 · 재택의료센터 B2B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95360" y="457200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23960" y="4480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B2C 가전 채널 동시 진입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95360" y="5074920"/>
            <a:ext cx="137160" cy="1371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23960" y="4983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가전 채널 수출 (가설)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"몸의 온기 · 마음의 온기 · 가족의 온기 — 삼온(三溫)이 가정에 머문다."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× SeSAC AI 서비스 개발 프로젝트  ·  기업 협업 과제 (LG전자)  ·  Domain Lead 황지은 (RN, MS Integrative Medicine)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삼온 케어 로봇 — ROSA Healthcare Real-World Use Case</dc:title>
  <dc:subject>PptxGenJS Presentation</dc:subject>
  <dc:creator>Jieun Hwang (hje2555-bot)</dc:creator>
  <cp:lastModifiedBy>Jieun Hwang (hje2555-bot)</cp:lastModifiedBy>
  <cp:revision>1</cp:revision>
  <dcterms:created xsi:type="dcterms:W3CDTF">2026-04-29T18:01:40Z</dcterms:created>
  <dcterms:modified xsi:type="dcterms:W3CDTF">2026-04-29T18:01:40Z</dcterms:modified>
</cp:coreProperties>
</file>