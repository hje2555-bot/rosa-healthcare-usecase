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WHY NOW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Upstage × SeSAC  AI 서비스 개발 프로젝트  ·  기업 협업 과제 (LG전자)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A267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CLOi for Home Care — 낮에는 인지중재, 밤에는 다약제(polypharmacy) 안전 모니터링.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ROSA 5-Layer × LG CLOi 플랫폼 × Upstage Solar LLM × 통합돌봄법(2026.3)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246120"/>
            <a:ext cx="338328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83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950만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1005840" y="4343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65세 이상 인구 (초고령사회 진입)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5120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통계청, 2026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26280" y="3246120"/>
            <a:ext cx="338328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383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480만</a:t>
            </a:r>
            <a:endParaRPr lang="en-US" sz="5000" dirty="0"/>
          </a:p>
        </p:txBody>
      </p:sp>
      <p:sp>
        <p:nvSpPr>
          <p:cNvPr id="17" name="Text 15"/>
          <p:cNvSpPr/>
          <p:nvPr/>
        </p:nvSpPr>
        <p:spPr>
          <a:xfrm>
            <a:off x="4709160" y="4343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관절염 유병자 (유병률 50%)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5120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대한정형외과학회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29600" y="3246120"/>
            <a:ext cx="338328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383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23만</a:t>
            </a:r>
            <a:endParaRPr lang="en-US" sz="5000" dirty="0"/>
          </a:p>
        </p:txBody>
      </p:sp>
      <p:sp>
        <p:nvSpPr>
          <p:cNvPr id="21" name="Text 19"/>
          <p:cNvSpPr/>
          <p:nvPr/>
        </p:nvSpPr>
        <p:spPr>
          <a:xfrm>
            <a:off x="8412480" y="4343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약물 부작용 응급실 방문 / 연간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0" y="5120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2024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부엌까지 5미터가 통증으로 막힌 어르신께, 약과 돌봄을 가져가는 로봇.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338560" y="65379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6537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  ·  황지은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ARCHITECTURE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594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ROSA 5-Layer → 삼온 케어 로봇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터틀 좌표가 환자 임상 데이터 + 로봇 센서·모터로 바뀌어도 5계층 골격은 그대로.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691640"/>
            <a:ext cx="10378440" cy="4114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0" y="16916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ROSA 원형 (TurtleSim)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0" y="1691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 적용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103120"/>
            <a:ext cx="10378440" cy="850392"/>
          </a:xfrm>
          <a:prstGeom prst="rect">
            <a:avLst/>
          </a:prstGeom>
          <a:solidFill>
            <a:srgbClr val="ECE2D0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1832" y="2295144"/>
            <a:ext cx="457200" cy="45720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2295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2103120"/>
            <a:ext cx="35661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다차원 인식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Multi-modal Perception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12080" y="2103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터틀 좌표 · 장애물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955280" y="2103120"/>
            <a:ext cx="3291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· 마이크 · LiDAR · 터치 · 환경 · 웨어러블 6채널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2953512"/>
            <a:ext cx="10378440" cy="850392"/>
          </a:xfrm>
          <a:prstGeom prst="rect">
            <a:avLst/>
          </a:prstGeom>
          <a:solidFill>
            <a:srgbClr val="FFFFFF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1832" y="3145536"/>
            <a:ext cx="457200" cy="45720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1832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08760" y="2953512"/>
            <a:ext cx="35661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목표-계획 변환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Goal-to-Plan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12080" y="2953512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"별 그려줘" → 좌표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955280" y="2953512"/>
            <a:ext cx="3291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+ 음성 + 상태 → 인지중재/다약제/응급 분기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3803904"/>
            <a:ext cx="10378440" cy="850392"/>
          </a:xfrm>
          <a:prstGeom prst="rect">
            <a:avLst/>
          </a:prstGeom>
          <a:solidFill>
            <a:srgbClr val="ECE2D0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1832" y="3995928"/>
            <a:ext cx="457200" cy="45720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832" y="3995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08760" y="3803904"/>
            <a:ext cx="35661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계획-스킬 매핑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Plan-to-Skill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3803904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move/turn API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55280" y="3803904"/>
            <a:ext cx="3291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모터 · 디스플레이 · 스피커 · 알림 · 약물DB · EMR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4654296"/>
            <a:ext cx="10378440" cy="850392"/>
          </a:xfrm>
          <a:prstGeom prst="rect">
            <a:avLst/>
          </a:prstGeom>
          <a:solidFill>
            <a:srgbClr val="FFFFFF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41832" y="4846320"/>
            <a:ext cx="457200" cy="45720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1832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508760" y="4654296"/>
            <a:ext cx="35661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메모리·문맥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&amp; Context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4654296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도형 기억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55280" y="4654296"/>
            <a:ext cx="3291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약물 · 가족 · 선호 음악 · 인지중재 패턴 장기보존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" y="5504688"/>
            <a:ext cx="10378440" cy="850392"/>
          </a:xfrm>
          <a:prstGeom prst="rect">
            <a:avLst/>
          </a:prstGeom>
          <a:solidFill>
            <a:srgbClr val="ECE2D0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1832" y="5696712"/>
            <a:ext cx="457200" cy="45720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1832" y="5696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508760" y="5504688"/>
            <a:ext cx="35661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자기반성 학습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Self-reflection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212080" y="5504688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도형 압축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955280" y="5504688"/>
            <a:ext cx="3291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효과 학습 · 알림 임계값 자동 조정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338560" y="65379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5760" y="6537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  ·  황지은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USE CASES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594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관절염·거동제한 어르신을 위한 3가지 시나리오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로봇이 어르신께 다가간다. 부엌까지 5미터가 통증으로 막힌 일상을 다시 잇는다.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783080"/>
            <a:ext cx="338328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783080"/>
            <a:ext cx="3383280" cy="457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  (Phase 1)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24231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다약제(polypharmacy)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안전 모니터링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3566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약을 어르신께 가져간다. 복용 후 30분간 얼굴·음성·심박을 보며 어지러움·낙상 전조를 자동 감지.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51560" y="5120640"/>
            <a:ext cx="2926080" cy="502920"/>
          </a:xfrm>
          <a:prstGeom prst="rect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5120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관절염·다약제 어르신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부엌 5m 동선 차단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51560" y="5669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 응급실 방문 -30%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1783080"/>
            <a:ext cx="338328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1783080"/>
            <a:ext cx="3383280" cy="45720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SECONDARY  (Phase 0)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24231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한국무용 회상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인지중재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54880" y="3566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외출 못 해도 거실에서 30분. 한국무용·국악·회상 사진 기반 비약물 인지자극치료(CST).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5120640"/>
            <a:ext cx="2926080" cy="502920"/>
          </a:xfrm>
          <a:prstGeom prst="rect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5120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거동 제한 어르신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외출 빈도 ↓ 인지 ↑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5669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 MMSE 6개월 +0.5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1783080"/>
            <a:ext cx="338328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A267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1783080"/>
            <a:ext cx="3383280" cy="4572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1783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TERTIARY  (Phase 1)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58200" y="24231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낙상 응급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가족 → 119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458200" y="3566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워치 안 차도, 폰 못 잡아도 LiDAR 4채널 fusion으로 감지. 응급 알림에 처방약 정보 자동 첨부.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58200" y="5120640"/>
            <a:ext cx="2926080" cy="502920"/>
          </a:xfrm>
          <a:prstGeom prst="rect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49640" y="5120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관절염 낙상 위험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연 50만 건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458200" y="5669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  발견 지연 -90%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데모: 시나리오 A를 TurtleSim 가정 평면도에 매핑하여 시연 (2분 30초).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338560" y="65379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6537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  ·  황지은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DIFFERENTIATION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5943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해외는 정서 지원에 멈추고, 국내는 단순 알림에 멈췄다.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CLOi가 비어 있는 가정 돌봄 카테고리를 연다.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10515600" cy="4114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솔루션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20440" y="2286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2286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35240" y="2286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0" y="2286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자기반성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solidFill>
            <a:srgbClr val="FFFFFF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97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Paro (일본)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20440" y="2697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정서 지원 물범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2697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63524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정서 응답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0" y="2697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3337560"/>
            <a:ext cx="10515600" cy="640080"/>
          </a:xfrm>
          <a:prstGeom prst="rect">
            <a:avLst/>
          </a:prstGeom>
          <a:solidFill>
            <a:srgbClr val="ECE2D0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ElliQ (이스라엘·미국)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3337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동반자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760720" y="3337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누적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35240" y="33375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안내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0" y="3337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" y="3977640"/>
            <a:ext cx="10515600" cy="640080"/>
          </a:xfrm>
          <a:prstGeom prst="rect">
            <a:avLst/>
          </a:prstGeom>
          <a:solidFill>
            <a:srgbClr val="FFFFFF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Buddy (프랑스)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204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동반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760720" y="3977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누적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35240" y="3977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+ 표정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0" y="3977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2960" y="4617720"/>
            <a:ext cx="10515600" cy="640080"/>
          </a:xfrm>
          <a:prstGeom prst="rect">
            <a:avLst/>
          </a:prstGeom>
          <a:solidFill>
            <a:srgbClr val="ECE2D0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617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Robear (일본)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520440" y="4617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 보조 (병원)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4617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단위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635240" y="4617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거동 보조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01200" y="46177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solidFill>
            <a:srgbClr val="6D2E46"/>
          </a:solidFill>
          <a:ln w="3175">
            <a:solidFill>
              <a:srgbClr val="A267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257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(LG CLOi 기반)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520440" y="52578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임상 + K-콘텐츠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760720" y="5257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개인화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635240" y="52578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모터·API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601200" y="5257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5계층 학습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2960" y="6263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CLOi의 검증된 자율주행·HRI 위에, 본 팀이 가정 돌봄 SW 계층을 얹는다.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1338560" y="65379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" y="6537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  ·  황지은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SAFETY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594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위협을 시스템의 강점으로.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의료법 27조 + 식약처 SaMD + 개인정보보호법 + 통합돌봄법 — 설계 단계부터 내장.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530352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288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하지 않는다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240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의료법 27조 차단 항목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51560" y="2880360"/>
            <a:ext cx="73152" cy="457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2788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진단명 직접 발화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51560" y="3657600"/>
            <a:ext cx="73152" cy="457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약품명 · 용량 권고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51560" y="4434840"/>
            <a:ext cx="73152" cy="457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343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수술 · 치료 행위 권유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51560" y="5212080"/>
            <a:ext cx="73152" cy="457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5120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임상 판단의 자동 자기 수정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1828800"/>
            <a:ext cx="5074920" cy="42976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82880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한다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행동 영역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46520" y="283464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86600" y="2743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3063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호소 → 우선순위 분류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46520" y="361188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8660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3840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· 의료진 · 119 연결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438912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86600" y="4297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8660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K-콘텐츠 인지중재 · CBT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46520" y="516636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E2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086600" y="5074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Monitoring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5394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활력 모니터링 · 보호자 보고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22960" y="6263640"/>
            <a:ext cx="10515600" cy="292608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2636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AI Health 6원칙 + EU AI Act + 식약처 SaMD Class 2 + 통합돌봄법 준수 설계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53796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65760" y="6537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삼온 케어 로봇  ·  황지은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0"/>
            <a:ext cx="1676095" cy="1371600"/>
          </a:xfrm>
          <a:prstGeom prst="rect">
            <a:avLst/>
          </a:prstGeom>
          <a:solidFill>
            <a:srgbClr val="C9A55C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1371600"/>
            <a:ext cx="1676095" cy="640080"/>
          </a:xfrm>
          <a:prstGeom prst="rect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2A1A22"/>
          </a:solidFill>
          <a:ln w="12700">
            <a:solidFill>
              <a:srgbClr val="2A1A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320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ROADMAP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7772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 to Bedside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3-Phase 상용화 로드맵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2286000"/>
            <a:ext cx="3383280" cy="3566160"/>
          </a:xfrm>
          <a:prstGeom prst="rect">
            <a:avLst/>
          </a:prstGeom>
          <a:solidFill>
            <a:srgbClr val="ECE2D0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256032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Q3 · 3개월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인지중재 출시 + 확장 협업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840480"/>
            <a:ext cx="2743200" cy="0"/>
          </a:xfrm>
          <a:prstGeom prst="line">
            <a:avLst/>
          </a:prstGeom>
          <a:noFill/>
          <a:ln w="12700">
            <a:solidFill>
              <a:srgbClr val="A267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406908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39776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인지중재 모듈 단독 출시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188720" y="457200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17320" y="44805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CLOi + Upstage Solar 통합 PoC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188720" y="507492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17320" y="4983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다약제·응급 모듈 확장 협업 시작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26280" y="2286000"/>
            <a:ext cx="3383280" cy="3566160"/>
          </a:xfrm>
          <a:prstGeom prst="rect">
            <a:avLst/>
          </a:prstGeom>
          <a:solidFill>
            <a:srgbClr val="ECE2D0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256032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2356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Q4 ~ 2027 Q2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CLOi for Home Care 베타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846320" y="3840480"/>
            <a:ext cx="2743200" cy="0"/>
          </a:xfrm>
          <a:prstGeom prst="line">
            <a:avLst/>
          </a:prstGeom>
          <a:noFill/>
          <a:ln w="12700">
            <a:solidFill>
              <a:srgbClr val="A267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2040" y="406908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9776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사내 검증 + 50가구 파일럿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92040" y="457200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44805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식약처 SaMD Class 2 인증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507492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4983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응급실 부작용 -30% PoC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0" y="2286000"/>
            <a:ext cx="3383280" cy="3566160"/>
          </a:xfrm>
          <a:prstGeom prst="rect">
            <a:avLst/>
          </a:prstGeom>
          <a:solidFill>
            <a:srgbClr val="ECE2D0"/>
          </a:solidFill>
          <a:ln w="12700">
            <a:solidFill>
              <a:srgbClr val="C9A5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256032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4964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5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32688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D2E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3268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6F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Q3 +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4964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+ LG 글로벌 출시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549640" y="3840480"/>
            <a:ext cx="2743200" cy="0"/>
          </a:xfrm>
          <a:prstGeom prst="line">
            <a:avLst/>
          </a:prstGeom>
          <a:noFill/>
          <a:ln w="12700">
            <a:solidFill>
              <a:srgbClr val="A2676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95360" y="406908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23960" y="39776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요양원 · 재택의료센터 B2B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595360" y="457200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23960" y="44805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B2C 가전 채널 동시 진입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95360" y="5074920"/>
            <a:ext cx="137160" cy="13716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23960" y="4983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 일본·동남아·중동 수출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5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"몸의 온기 · 마음의 온기 · 가족의 온기 — 삼온(三溫)이 가정에 머문다."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CE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Upstage × SeSAC AI 서비스 개발 프로젝트  ·  기업 협업 과제 (LG전자)  ·  Domain Lead 황지은 (RN, MS Integrative Medicine)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삼온 케어 로봇 — ROSA Healthcare Real-World Use Case</dc:title>
  <dc:subject>PptxGenJS Presentation</dc:subject>
  <dc:creator>Jieun Hwang (hje2555-bot)</dc:creator>
  <cp:lastModifiedBy>Jieun Hwang (hje2555-bot)</cp:lastModifiedBy>
  <cp:revision>1</cp:revision>
  <dcterms:created xsi:type="dcterms:W3CDTF">2026-04-29T17:05:03Z</dcterms:created>
  <dcterms:modified xsi:type="dcterms:W3CDTF">2026-04-29T17:05:03Z</dcterms:modified>
</cp:coreProperties>
</file>